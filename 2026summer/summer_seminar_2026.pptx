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1887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夏期講習会 III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高校数学とJulia言語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41248" y="32918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8D5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〜 実験する高校数学 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AB6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2026年8月24日(月)〜28日(金)　講堂にて開催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AB6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城北中学校・高等学校　中学3年・高校1年対象　担当:清水団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424160" y="868680"/>
            <a:ext cx="292608" cy="292608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7" name="Shape 5"/>
          <p:cNvSpPr/>
          <p:nvPr/>
        </p:nvSpPr>
        <p:spPr>
          <a:xfrm>
            <a:off x="10780776" y="868680"/>
            <a:ext cx="292608" cy="292608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8" name="Shape 6"/>
          <p:cNvSpPr/>
          <p:nvPr/>
        </p:nvSpPr>
        <p:spPr>
          <a:xfrm>
            <a:off x="11137392" y="868680"/>
            <a:ext cx="292608" cy="292608"/>
          </a:xfrm>
          <a:prstGeom prst="ellipse">
            <a:avLst/>
          </a:prstGeom>
          <a:solidFill>
            <a:srgbClr val="9558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開催概要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6766560" cy="868680"/>
          </a:xfrm>
          <a:prstGeom prst="roundRect">
            <a:avLst>
              <a:gd name="adj" fmla="val 9474"/>
            </a:avLst>
          </a:prstGeom>
          <a:solidFill>
            <a:srgbClr val="F4F3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801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0" y="12801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2026年8月24日(月)〜28日(金)の5日間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6766560" cy="868680"/>
          </a:xfrm>
          <a:prstGeom prst="roundRect">
            <a:avLst>
              <a:gd name="adj" fmla="val 9474"/>
            </a:avLst>
          </a:prstGeom>
          <a:solidFill>
            <a:srgbClr val="F4F3F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317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86000" y="23317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6766560" cy="868680"/>
          </a:xfrm>
          <a:prstGeom prst="roundRect">
            <a:avLst>
              <a:gd name="adj" fmla="val 9474"/>
            </a:avLst>
          </a:prstGeom>
          <a:solidFill>
            <a:srgbClr val="F4F3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832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86000" y="3383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ハンズオン形式(自分の手で動かします!)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時間割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3291840" cy="1188720"/>
          </a:xfrm>
          <a:prstGeom prst="roundRect">
            <a:avLst>
              <a:gd name="adj" fmla="val 6923"/>
            </a:avLst>
          </a:prstGeom>
          <a:solidFill>
            <a:srgbClr val="9558B2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12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A帯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5715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8:30 〜 9:20(50分)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23360" y="5074920"/>
            <a:ext cx="3291840" cy="1188720"/>
          </a:xfrm>
          <a:prstGeom prst="roundRect">
            <a:avLst>
              <a:gd name="adj" fmla="val 6923"/>
            </a:avLst>
          </a:prstGeom>
          <a:solidFill>
            <a:srgbClr val="9558B2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5212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B帯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023360" y="5715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9:30 〜 10:20(50分)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1280160"/>
            <a:ext cx="3931920" cy="4572000"/>
          </a:xfrm>
          <a:prstGeom prst="roundRect">
            <a:avLst>
              <a:gd name="adj" fmla="val 2093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確認してほしいこと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955280" y="21031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自分がA帯・B帯のどちらに参加するのか、事前に確認しておきましょう。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55280" y="3566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5日間、同じ帯で参加します。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持ち物【重要】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34440"/>
            <a:ext cx="5532120" cy="3108960"/>
          </a:xfrm>
          <a:prstGeom prst="roundRect">
            <a:avLst>
              <a:gd name="adj" fmla="val 2647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ノートPC または iPadなどのタブレット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タブレット使用の場合はキーボード推奨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55080" y="1234440"/>
            <a:ext cx="5532120" cy="3108960"/>
          </a:xfrm>
          <a:prstGeom prst="roundRect">
            <a:avLst>
              <a:gd name="adj" fmla="val 2647"/>
            </a:avLst>
          </a:prstGeom>
          <a:solidFill>
            <a:srgbClr val="CB3C33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忘れた場合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210312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講堂での貸し出しはできません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忘れた場合は図書館で借りてきてください(図書館は開館中です)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できるだけ各自で準備を!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1338560" cy="1188720"/>
          </a:xfrm>
          <a:prstGeom prst="roundRect">
            <a:avLst>
              <a:gd name="adj" fmla="val 6923"/>
            </a:avLst>
          </a:prstGeom>
          <a:solidFill>
            <a:srgbClr val="F4F3F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6634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キーボードがあると、5日間のコード入力がぐっと楽になります。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教材について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34440"/>
            <a:ext cx="5532120" cy="3657600"/>
          </a:xfrm>
          <a:prstGeom prst="roundRect">
            <a:avLst>
              <a:gd name="adj" fmla="val 2250"/>
            </a:avLst>
          </a:prstGeom>
          <a:solidFill>
            <a:srgbClr val="F4F3F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Classroom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「高校数学とJulia言語」クラスを作成し招待します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教材の配布・課題の提出はすべてClassroom経由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Googleでサインインできるよう準備してください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234440"/>
            <a:ext cx="5532120" cy="3657600"/>
          </a:xfrm>
          <a:prstGeom prst="roundRect">
            <a:avLst>
              <a:gd name="adj" fmla="val 2250"/>
            </a:avLst>
          </a:prstGeom>
          <a:solidFill>
            <a:srgbClr val="F4F3F8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Colab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210312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ブラウザ上でJuliaが実行できる無料の環境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インストール作業は一切不要!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Googleアカウントでのログインが必要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422392"/>
            <a:ext cx="146304" cy="146304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53035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colab.research.google.com に一度アクセスして、開けるか確認しておこう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Wi-Fi 接続情報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6766560" cy="3108960"/>
          </a:xfrm>
          <a:prstGeom prst="roundRect">
            <a:avLst>
              <a:gd name="adj" fmla="val 2941"/>
            </a:avLst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91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AB6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生徒用Wi-Fi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SSID:      jhr-student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パスワード:  2024JHR7061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680960" y="1371600"/>
            <a:ext cx="3931920" cy="3108960"/>
          </a:xfrm>
          <a:prstGeom prst="roundRect">
            <a:avLst>
              <a:gd name="adj" fmla="val 2647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1691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接続確認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0" y="22402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事前に接続テストをお願いします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接続できない場合は早めにご相談ください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056632"/>
            <a:ext cx="146304" cy="146304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49377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当日の朝は混み合います。前日までの接続確認がおすすめ!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5日間の学習予定 — テーマ「実験する高校数学」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34440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08176"/>
            <a:ext cx="493776" cy="493776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081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234440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1　計算・基本文法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06640" y="123444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Juliaと友だちになる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432304"/>
            <a:ext cx="493776" cy="493776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323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258568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2　整数問題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640" y="2258568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456432"/>
            <a:ext cx="493776" cy="493776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456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282696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3　場合の数・組合せ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06640" y="3282696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全部作る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306824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480560"/>
            <a:ext cx="493776" cy="493776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80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306824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4　関数・グラフ・最大最小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4306824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描く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330952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5504688"/>
            <a:ext cx="493776" cy="493776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504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3040" y="5330952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5　確率・シミュレーション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06640" y="5330952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試す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01200" y="1234440"/>
            <a:ext cx="2039112" cy="4937760"/>
          </a:xfrm>
          <a:prstGeom prst="roundRect">
            <a:avLst>
              <a:gd name="adj" fmla="val 4036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784080" y="1463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どんな講習会?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84080" y="2011680"/>
            <a:ext cx="1691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Juliaという数学に強いプログラミング言語で、高校数学を「実験」します。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公式は覚えるものではなく、実験で見つけるもの!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期待できる学習効果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08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数学がもっと深くわかる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計算・グラフ・実験を通して、公式の「意味」が見える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プログラミング的思考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for文・if文・関数 —— 論理的に考える力が身につく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4063D8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526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データ分析・可視化の基礎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50749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グラフ描画やシミュレーションは大学・社会で使う技術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6062472"/>
            <a:ext cx="146304" cy="146304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436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コラッツ予想・シェルピンスキーガスケット・モンティホール問題 —— 面白いネタを毎日用意しています!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準備チェックリスト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258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4F3F8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47218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B68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32588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ノートPC または タブレット(キーボード付き)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12140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4F3F8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2677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B68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12140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Wi-Fi接続確認(jhr-student)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4F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0632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B68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291693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Googleアカウントでサインイン確認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71246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4F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38587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B68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371246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Classroom 招待の確認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5079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4F3F8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65429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B68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45079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Colab(colab.research.google.com)アクセス確認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3035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9558B2">
              <a:alpha val="1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544982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9558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53035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やる気と好奇心!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全部チェックできたら、準備完了です!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事前準備のお願い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 Googleアカウントでサインイン</a:t>
            </a:r>
            <a:endParaRPr lang="en-US" sz="17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 Google Classroom にアクセスできるか確認</a:t>
            </a:r>
            <a:endParaRPr lang="en-US" sz="17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 Google Colab(colab.research.google.com)にアクセス確認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577840" y="3931920"/>
            <a:ext cx="219456" cy="219456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5" name="Shape 3"/>
          <p:cNvSpPr/>
          <p:nvPr/>
        </p:nvSpPr>
        <p:spPr>
          <a:xfrm>
            <a:off x="5861304" y="3931920"/>
            <a:ext cx="219456" cy="219456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6" name="Shape 4"/>
          <p:cNvSpPr/>
          <p:nvPr/>
        </p:nvSpPr>
        <p:spPr>
          <a:xfrm>
            <a:off x="6144768" y="3931920"/>
            <a:ext cx="219456" cy="219456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4805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準備で不明な点があれば、事前にお気軽にご相談ください。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みなさんの参加をお待ちしています!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2026-07-18T01:47:57Z</dcterms:created>
  <dcterms:modified xsi:type="dcterms:W3CDTF">2026-07-18T01:47:57Z</dcterms:modified>
</cp:coreProperties>
</file>